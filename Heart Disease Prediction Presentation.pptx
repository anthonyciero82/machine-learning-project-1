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f3ba78dd3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f3ba78dd3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f3ba78dd3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f3ba78dd3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f3ba78dd3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f3ba78dd3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f3ba78dd3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f3ba78dd3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02c216c4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d02c216c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02c216c4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02c216c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02c216c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02c216c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Disease Prediction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Anthony Ciero and Varun Doddapaneni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Motivation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Heart disease can be caused by a number of factors.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want to be able to allow doctors to inform patients when they may be at a potential risk for heart disease.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Process patient data and train multiple classification models to predict whether a patient is at risk based on training data that we give to the models.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Acquire an accuracy score of how well the model predicts whether a test patient has or doesn't have a heart disease.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Collection/Processing/Standardization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285875"/>
            <a:ext cx="4257600" cy="32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Features:</a:t>
            </a:r>
            <a:endParaRPr sz="2100"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Age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Sex (0 = female 1 = male)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Chest pain type 0-3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Resting blood pressure in </a:t>
            </a:r>
            <a:r>
              <a:rPr lang="en"/>
              <a:t>mmHg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</a:t>
            </a:r>
            <a:r>
              <a:rPr lang="en"/>
              <a:t>erum cholesterol in mg/dl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Fasting blood sugar &gt; 120 mg/dl (T/F)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Resting electrocardiographic results 0-2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Maximum heart rate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Exercise induced angina (T/F)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 depression induced by exercise relative to rest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Slope of the peak exercise ST segment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 of major vessels colored by fluoroscopy 0-3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Thal (1 is normal, 2 is fixed defect, and 3 is reversible defect)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5475000" y="1285875"/>
            <a:ext cx="3669000" cy="32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Target: Heart Disease (T/F)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*True or false represented by 0 and 1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Train/Validation/Test Split (60/20/20)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Standardization using StandardScaler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 (LogisticRegression)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203175" y="1391025"/>
            <a:ext cx="5084700" cy="3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Fit model using scaledTrainX, trainY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Get train, validation, test predictions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these for find accuracy scores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 </a:t>
            </a:r>
            <a:r>
              <a:rPr lang="en"/>
              <a:t>accuracy</a:t>
            </a:r>
            <a:r>
              <a:rPr lang="en"/>
              <a:t> ~0.81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Print predicted vs true class labels to see which it properly and improperly predicted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Classification Report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</a:t>
            </a:r>
            <a:r>
              <a:rPr lang="en"/>
              <a:t>recision: ability to not label negative samples as positive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Recall: ratio of correctly predicted samples vs all samples of that class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F1: harmonic mean of precision and recall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Support: the number of actual occurrences of the class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Confusion Matrix shows true and false positives and negatives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875" y="1391025"/>
            <a:ext cx="3698099" cy="3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Basis Function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203175" y="1391025"/>
            <a:ext cx="5084700" cy="3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Hyperparameters for LogisticRegression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Polynomial Degree: (1, 2, 3) PolynomialFeatures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Regularization Parameters: C Values (0.01, 0.1, 1 (standard) 10)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Track </a:t>
            </a:r>
            <a:r>
              <a:rPr lang="en"/>
              <a:t>which model gives the best validation accuracy, save the best degree, C value, model, and polynomial features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PolynomialFeatures model using the degrees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Fit and transform training and validation Poly </a:t>
            </a:r>
            <a:r>
              <a:rPr lang="en"/>
              <a:t>to get polynomial and interaction features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model using C values and fit it using the trainingPoly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 using validationPoly and find validation accuracy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Print the hyperparameters and accuracy, only save features if new validation accuracy is better than the previous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Transform using best polynomial and use the best model to find the test prediction and accuracy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Predicted vs True Labels, Classification Report, Confusion Matrix</a:t>
            </a:r>
            <a:endParaRPr/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875" y="1465875"/>
            <a:ext cx="3698100" cy="315103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 txBox="1"/>
          <p:nvPr/>
        </p:nvSpPr>
        <p:spPr>
          <a:xfrm>
            <a:off x="5646100" y="438425"/>
            <a:ext cx="2769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Degree: 3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C Value: 1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Validation Accuracy: 1.0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Final Test Accuracy: 1.0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Ridge Regression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203175" y="1391025"/>
            <a:ext cx="5084700" cy="3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Hyperparameters for KernelRidge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Kernel Type: (linear, rbf, poly)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Regularization Parameters: Alpha (0.01, 0.1, 1, 10)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Track which model gives the best validation accuracy, save the alpha, kernel, and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the KernelRidge model and fit it using the scaledTrainX, trainY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Get the validation prediction by predicting the model and converting values less than 0.5 to class 0 and greater than to class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Print the hyperparameters and accuracy, only save features if new validation accuracy is better than the previous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 test prediction and find the test accuracy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Predicted vs True Labels, Classification Report, Confusion Matrix</a:t>
            </a:r>
            <a:endParaRPr/>
          </a:p>
        </p:txBody>
      </p:sp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875" y="1465875"/>
            <a:ext cx="3698100" cy="315103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/>
        </p:nvSpPr>
        <p:spPr>
          <a:xfrm>
            <a:off x="5646100" y="438425"/>
            <a:ext cx="2769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Kernel: rbf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Alpha: 0.1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Validation Accuracy: ~0.985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Final Test Accuracy: 1.0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203175" y="1391025"/>
            <a:ext cx="4938300" cy="3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Compare 3 chosen models using accuracy, F1-score, and Receiver Operating Characteristic – Area Under the Curve (ROC-AUC)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Get predictions and probabilities of positive for heart disease for each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 and print accuracy, F1 score and ROC-AUC for each model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Model                            Accuracy   F1 Score    ROC-AUC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---------------------------------------------------------------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Baseline (Logistic Reg)            0.8098     0.8152     0.9154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Linear Basis Function              1.0000     1.0000     1.0000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Kernel Ridge Regression            1.0000     1.0000     1.0000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 the false and true positive rate (FPR/TPR) and AUC so we can plot the ROC Curves for each model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5646100" y="438425"/>
            <a:ext cx="2769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Kernel: rbf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Alpha: 0.1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Best Validation Accuracy: ~0.985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Final Test Accuracy: 1.0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2" name="Google Shape;3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475" y="1465875"/>
            <a:ext cx="3922000" cy="292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28" name="Google Shape;328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Baseline model accuracy was good but in a potentially life-threatening situation like heart disease, this just isn't close enough.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With 2 different models, we can train it to be more accurate by choosing specific hyperparameters.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Testing is important, as some models/hyperparameters yield a lower validation accuracy than our baseline model.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Both models with </a:t>
            </a:r>
            <a:r>
              <a:rPr lang="en"/>
              <a:t>specified</a:t>
            </a:r>
            <a:r>
              <a:rPr lang="en"/>
              <a:t> hyperparameters are able to correctly predict if a patient has a heart disease 100% of the time (certain features may be extremely predictive of the label).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Possible signs of overfitting with perfect accuracy due to small sample size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While all features are important, allows medical professionals to more accurately predict potential disease, allowing them to warn a patient at risk before disaster strikes using this new model tuning.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